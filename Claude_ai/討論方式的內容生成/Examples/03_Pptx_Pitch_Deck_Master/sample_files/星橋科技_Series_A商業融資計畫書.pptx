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【演講備忘稿】大家好，我是星橋科技創辦人志偉。過去兩年生成式 AI 席捲全球，但多數企業卻面臨「叫 AI 寫個報告改到懷疑人生」的困境。今天我們要展示的，不是另一個只會聊天的聊天機器人，而是真正讓企業實現 Human-in-the-Loop 的生產力中樞。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【演講備忘稿】投資人最常問：市面上已經有 ChatGPT 和 Claude，為什麼還需要星橋？因為底層邏輯錯了！大模型擅長創作，但不擅長在封閉二進位檔案裡做局部審查。單向黑箱生成是這三大職場痛點的根源。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【演講備忘稿】我們的核心突破就是「Human-in-the-Loop」。人類是決策的機長，AI 是執行的副駕。純文字 Markdown 是極致人機協作的最佳介質，而最終一鍵編譯成 Word/Excel/PPT/PDF，打通了最後一哩路的交付痛點。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【演講備忘稿】看我們的數據：ARR 達到 240 萬美元，更重要的是 NRR 高達 138%，證明企業員工一用就離不開，並且在內部不斷口耳相傳擴散。這證明了人機協同工作流的真實商業價值。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【演講備忘稿】我們目前尋求 500 萬美元的 A 輪融資。我們將在未來 18 個月內實現營收 3 倍成長，並成為全球企業人機協同交付的第一品牌。歡迎各位投資夥伴一同參與！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STARLIGHT TECH ｜ 星橋科技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OmniFlow：企業級人機協作工作流引擎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重新定義 AI 與人類專業工作者的協同邊界 ｜ Series A 輪商業計畫書</a:t>
            </a:r>
          </a:p>
          <a:p>
            <a:pPr>
              <a:spcBef>
                <a:spcPts val="2400"/>
              </a:spcBef>
              <a:defRPr sz="1300">
                <a:solidFill>
                  <a:srgbClr val="10B981"/>
                </a:solidFill>
              </a:defRPr>
            </a:pPr>
            <a:r>
              <a:t>募資目標：USD $5,000,000 ｜ 簡報人：創辦人暨執行長 林志偉 ｜ 2026 年春季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01 / 職場痛點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企業導入 AI 的三大翻車現場：為什麼單向生成終究無法落地？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90% 的知識工作者正在承受「改 AI 產出的時間比自己重寫還久」的巨大挫折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痛點 1：黑箱猜測，改一處整篇重寫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使用者要一份 20 頁 Word，AI 一旦猜錯前言，整篇打掉重算，原本滿意的圖表全部消失，造成無止盡的溝通內耗。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痛點 2：Token 浪費，越聊越貴越遲鈍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傳統對話把每一次修改視為新對話，全量重送歷史紀錄，迅速耗盡上下文視窗，企業每個月收到高額 API 帳單卻得不到穩定產出。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痛點 3：格式孤島，無法融入正式交付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AI 只給純文字，但主管要的是排版精美帶公版樣式的 Word、帶動態公式的 Excel、16:9 簡報與可直接發布的 PDF。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02 / 核心解決方案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OmniFlow：三階段「人機協同」內容生成引擎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中間打磨純文字 Markdown，最後一鍵編譯正式格式成品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階段 1：口語協商 RTCCF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自然語言靈感發想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AI 主動追問邊界、角色與限制，在第一時間消滅 80% 的需求模糊，確立高規格 Prompt。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階段 2：純文字原地打磨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Markdown 雙欄協同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運用標題座標法與獨立畫布，指哪改哪、版本無損回溯，以極低 Token 成本打磨出頂級邏輯。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階段 3：一鍵編譯正式成品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多格式程式碼執行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打磨定稿後，透過 Python 引擎原生編譯出高品質 DOCX、動態公式 XLSX、16:9 PPTX 與簽核級 PDF。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03 / 商業數據與成長表現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產品上市 12 個月驗證：強勁的有機增長與高續約黏著度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全台超過 180 家企業與 25,000 名付費專業人士採用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1460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$2.4M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年度經常性營收 (ARR)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+210% YoY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51460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138%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淨營收留存率 (NRR)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客戶續約並加購 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51460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4.8x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LTV / CAC 比率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獲客成本 6 個月內回收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03120"/>
            <a:ext cx="251460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78%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跨格式導出使用率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核心功能黏著度極高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04 / 本輪募資計畫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Series A 輪募資：USD $5,000,000 加速全球化與研發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資金用途：50% 核心演算法研發、30% 全球市場開拓、20% 企業合規與生態夥伴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50%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核心協同引擎與沙盒研發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擴展本地 Private MCP 擴充套件，打造跨應用即時反白修訂協作技術。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30%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北美與亞太市場業務拓展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建立直銷 Enterprise 業務團隊，參與全球頂尖 SaaS 展會推進大型客戶。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20%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企業資安與法規合規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完成 SOC 2 Type II 認證、HIPAA 合規認證與私有化叢集快速交付工具。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