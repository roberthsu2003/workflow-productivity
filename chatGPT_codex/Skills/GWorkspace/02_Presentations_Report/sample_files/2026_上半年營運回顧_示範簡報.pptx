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A3428"/>
                </a:solidFill>
              </a:rPr>
              <a:t>潮汐物流 2026 上半年營運回顧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營運處｜2026-09-08｜內部使用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3428"/>
                </a:solidFill>
              </a:rPr>
              <a:t>整體表現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全公司準時率 96.4%（目標 95.0%）</a:t>
            </a:r>
          </a:p>
          <a:p>
            <a:r>
              <a:rPr sz="1800"/>
              <a:t>配送單量 92.1 萬件，達成年度目標 49.8%</a:t>
            </a:r>
          </a:p>
          <a:p>
            <a:r>
              <a:rPr sz="1800"/>
              <a:t>平均配送時數 29.6 小時（目標 ≤30.0）</a:t>
            </a:r>
          </a:p>
          <a:p>
            <a:r>
              <a:rPr sz="1800"/>
              <a:t>客訴率 0.31%（目標 ≤0.35%）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3428"/>
                </a:solidFill>
              </a:rPr>
              <a:t>各區狀況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北區：準時率 97.6%，穩定，維持現況</a:t>
            </a:r>
          </a:p>
          <a:p>
            <a:r>
              <a:rPr sz="1800"/>
              <a:t>中區：準時率 96.3%（僅 5 個月資料，6 月缺漏）</a:t>
            </a:r>
          </a:p>
          <a:p>
            <a:r>
              <a:rPr sz="1800"/>
              <a:t>南區：準時率 96.5%，檔期彈性人力已備妥</a:t>
            </a:r>
          </a:p>
          <a:p>
            <a:r>
              <a:rPr sz="1800"/>
              <a:t>東區：準時率 94.1%，未達 92% 以外之常態目標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3428"/>
                </a:solidFill>
              </a:rPr>
              <a:t>待處理事項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東區颱風應變 SOP 尚未修訂完成</a:t>
            </a:r>
          </a:p>
          <a:p>
            <a:r>
              <a:rPr sz="1800"/>
              <a:t>冷鏈車輛量能不足，影響麥禾與元昇兩案</a:t>
            </a:r>
          </a:p>
          <a:p>
            <a:r>
              <a:rPr sz="1800"/>
              <a:t>鼎和貿易賠償案逾期兩週未結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3428"/>
                </a:solidFill>
              </a:rPr>
              <a:t>下半年重點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東進計畫：花蓮中繼站選址</a:t>
            </a:r>
          </a:p>
          <a:p>
            <a:r>
              <a:rPr sz="1800"/>
              <a:t>冷鏈 2.0：車輛採購與合約確認</a:t>
            </a:r>
          </a:p>
          <a:p>
            <a:r>
              <a:rPr sz="1800"/>
              <a:t>雙 11 檔期人力調度（10/15 前定案）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資料說明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8912F"/>
                </a:solidFill>
              </a:rPr>
              <a:t>⚠ 中區 2026-06 資料缺漏（WMS 系統移轉期間未落帳）</a:t>
            </a:r>
          </a:p>
          <a:p>
            <a:r>
              <a:rPr sz="1600">
                <a:solidFill>
                  <a:srgbClr val="C8912F"/>
                </a:solidFill>
              </a:rPr>
              <a:t>中區各項平均值以 5 個月為計算基礎，非 6 個月。</a:t>
            </a:r>
          </a:p>
          <a:p>
            <a:r>
              <a:rPr sz="1600">
                <a:solidFill>
                  <a:srgbClr val="C8912F"/>
                </a:solidFill>
              </a:rPr>
              <a:t>缺漏資料未以 0 或推估值填補。</a:t>
            </a:r>
          </a:p>
          <a:p>
            <a:r>
              <a:rPr sz="1600">
                <a:solidFill>
                  <a:srgbClr val="C8912F"/>
                </a:solidFill>
              </a:rPr>
              <a:t>跨區比較時請注意計算基礎不同。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